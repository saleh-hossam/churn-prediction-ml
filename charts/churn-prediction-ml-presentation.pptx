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D52F-94A1-D97D-73B9-4147BA669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A77E2-7F77-0182-94C8-894B115CD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281B2-08C4-A7B7-6E75-233F1C7C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F10AF-3A6F-9628-B40A-F3C5767E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7E4B0-EEE7-8000-49DA-E58B42F9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7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5BA5-2B63-0A6E-7484-1E6C8C5D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7FFC1-2CD3-3A46-5C7C-D82C0BD2D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8DD45-3B9D-6C40-61B3-4BFB8C1E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CB8FB-9355-517C-4EEC-63C8C1BD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D883E-C793-F84A-F6BF-CFB96582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8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70CC-FB6B-6B0B-2313-1CE734B2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2DA7C-73A8-6526-0239-7D89CCA15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7D832-66FE-59B9-B906-DC087E75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348DF-B609-EC8E-EE56-A99AFD65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665C-C22E-61D8-BC99-BC909E74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4597-89E1-47C5-9206-15D85EC5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A6654-2C72-CE85-5E9D-3BF75CCEA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88047-4DE8-4FE6-6145-34E0C7ABF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1B8EC-1048-08F1-72AB-FAE8319E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A16AE-C995-54A4-756C-DFD4EAEE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CBCB-A1B2-0D10-5420-1E3599DF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C7D06-4914-B57D-C3A2-3148F785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F2A83-2B17-37DA-4CBF-1175B32CE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A62C5-0FE3-8D07-7FFE-9D4FD61CD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5780B-F11B-5E8B-A0E8-6DC8D8A6A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ABBF1-A670-67BF-8F68-30B912FC6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DEE9-653B-46AC-CD29-844A1632D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2FD47-F668-C65F-B287-3449C41A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C025B-1E7C-4FCB-ED24-848A1CAD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1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DD60-6A52-399C-61FF-AD266353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5C9CE-FE35-260C-2D0E-4B70EC44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B8818-42EC-21CD-99C6-00419256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C8964-4002-4397-A614-091E14DA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0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3E8A0-BE99-EE6F-6A41-6D588106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0B061-C8B9-D08C-6309-AB6BC061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70ADA-28F8-D455-3696-441BD259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4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D581-7505-EA06-5C2B-F1F60B27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D9E5-F83D-2043-43FB-F3B787445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9CD8C-C382-3BBC-B048-29E730B60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4FC2-BC98-A26F-526D-EDDE283D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E90FF-ECBF-CAE9-116E-951B173C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7A001-094E-0B38-A8BE-1A18CB1A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0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2E633-88A4-10AB-C1D8-C5B276BF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5263E-9CAF-E9A4-1BBA-CBD5325D7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74288-3714-A880-9567-2438992BC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EE3DF-BD49-8874-AB62-7E66ED91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21BCE-B49B-E938-E255-9574AC10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E05A4-1386-3721-BCB5-B1191885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5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7A4D-13B3-D9FB-E4F4-BF45B311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C8B4B-823E-C8F1-9416-62A54B330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C83D3-675E-72FD-686F-E6E6991E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0FE98-BEFA-64AD-0724-7A3036E1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5736C-7BFD-853A-D847-ED569B44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5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3BD3F-E38F-F124-CE29-D88315105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35684-B58C-50DE-A3F8-73D70E7B2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79812-AB72-EC63-4DBB-A9984EC8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3C95B-432B-A226-C64D-2CC633B1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B2D19-E6CE-FB52-708A-F016679B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2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F76F3-EE3C-DDDF-2429-46C7ED97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CC5D9-69D0-F124-E185-E5D4E82DF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9CA87-A35D-738B-5E28-18048809D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AECF7-E8AC-4F67-AEC5-9C03B31DB46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5F436-3BBA-D594-D8B6-959A56118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C3D88-2E85-C141-172E-DFA1C8EA6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FA1FC-EB9A-4FDB-90E6-7AC1C2C66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8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71EF-D1AF-6193-5164-582996249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18A8E-6B21-1F33-6BE4-D74924DDC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3B5DB-E142-AE7E-0E6C-7AF0383D9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484" y="-1284574"/>
            <a:ext cx="12192000" cy="90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60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EC6FA1-5FD2-36B6-AADA-8F2A7A511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-119491" y="-2869053"/>
            <a:ext cx="12191980" cy="1221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5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307754-1A0E-FAB6-37F8-8748DC372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-163523" y="-1671320"/>
            <a:ext cx="12191980" cy="1020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8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581A05-8B6F-942A-B804-9EF667319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-1214120"/>
            <a:ext cx="12191980" cy="928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5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632507-CB0E-BC7D-26A4-D47A3B8CC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" y="-2506898"/>
            <a:ext cx="12191979" cy="117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AD0037-6FE9-33E4-FB6A-E51AD34D2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920240"/>
            <a:ext cx="12191979" cy="106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7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Saleh Hossam</dc:creator>
  <cp:lastModifiedBy>Saleh Hossam</cp:lastModifiedBy>
  <cp:revision>6</cp:revision>
  <dcterms:created xsi:type="dcterms:W3CDTF">2026-06-06T16:22:59Z</dcterms:created>
  <dcterms:modified xsi:type="dcterms:W3CDTF">2026-06-06T16:28:27Z</dcterms:modified>
</cp:coreProperties>
</file>